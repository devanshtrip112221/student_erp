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503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914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039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18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05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34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33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8AC7FD5-11E4-4449-ABD9-B66A9407B066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1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50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34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C7FD5-11E4-4449-ABD9-B66A9407B066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49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8AC7FD5-11E4-4449-ABD9-B66A9407B066}" type="datetimeFigureOut">
              <a:rPr lang="en-IN" smtClean="0"/>
              <a:t>13-03-2025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4C510BE-3686-4FB5-8756-C2E1B5F2930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12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02B14-1781-DAD9-5E70-FB1953BD3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5C1F2C79-5AD3-F79A-E1F5-35F1098B2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1" y="65534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522999F-FC45-AF42-2421-F83D17272BE1}"/>
              </a:ext>
            </a:extLst>
          </p:cNvPr>
          <p:cNvSpPr txBox="1">
            <a:spLocks/>
          </p:cNvSpPr>
          <p:nvPr/>
        </p:nvSpPr>
        <p:spPr>
          <a:xfrm>
            <a:off x="2009365" y="65534"/>
            <a:ext cx="7780426" cy="797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4000" b="1" dirty="0">
              <a:solidFill>
                <a:srgbClr val="002060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538C07F-B339-2009-A9FA-0F7B4CAA0A16}"/>
              </a:ext>
            </a:extLst>
          </p:cNvPr>
          <p:cNvSpPr txBox="1">
            <a:spLocks/>
          </p:cNvSpPr>
          <p:nvPr/>
        </p:nvSpPr>
        <p:spPr>
          <a:xfrm>
            <a:off x="7412351" y="3341965"/>
            <a:ext cx="4641374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/>
              <a:t>Presented by </a:t>
            </a:r>
          </a:p>
          <a:p>
            <a:r>
              <a:rPr lang="en-IN" sz="2400" dirty="0"/>
              <a:t>&lt;Name of Student1, Program, Sem&gt;</a:t>
            </a:r>
          </a:p>
          <a:p>
            <a:r>
              <a:rPr lang="en-IN" sz="2400" dirty="0"/>
              <a:t>&lt;Name of Student2, Program, Sem&gt;</a:t>
            </a:r>
          </a:p>
          <a:p>
            <a:r>
              <a:rPr lang="en-IN" sz="2400" dirty="0"/>
              <a:t>&lt;Name of Student3, Program , Sem&gt;</a:t>
            </a:r>
          </a:p>
          <a:p>
            <a:pPr marL="0" indent="0">
              <a:buNone/>
            </a:pP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199D0-8F87-E34B-18D1-8F9C062A86E2}"/>
              </a:ext>
            </a:extLst>
          </p:cNvPr>
          <p:cNvSpPr txBox="1"/>
          <p:nvPr/>
        </p:nvSpPr>
        <p:spPr>
          <a:xfrm>
            <a:off x="8182165" y="1156443"/>
            <a:ext cx="2996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Project Based Leaning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F27132-8C9A-18F9-A9EC-AD276F2107FD}"/>
              </a:ext>
            </a:extLst>
          </p:cNvPr>
          <p:cNvSpPr txBox="1"/>
          <p:nvPr/>
        </p:nvSpPr>
        <p:spPr>
          <a:xfrm>
            <a:off x="7127522" y="1885039"/>
            <a:ext cx="5324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Project Proposal Presentation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27132-8C9A-18F9-A9EC-AD276F2107FD}"/>
              </a:ext>
            </a:extLst>
          </p:cNvPr>
          <p:cNvSpPr txBox="1"/>
          <p:nvPr/>
        </p:nvSpPr>
        <p:spPr>
          <a:xfrm>
            <a:off x="8182165" y="2639091"/>
            <a:ext cx="3101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/>
              <a:t>&lt;Topic Name &gt;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538C07F-B339-2009-A9FA-0F7B4CAA0A16}"/>
              </a:ext>
            </a:extLst>
          </p:cNvPr>
          <p:cNvSpPr txBox="1">
            <a:spLocks/>
          </p:cNvSpPr>
          <p:nvPr/>
        </p:nvSpPr>
        <p:spPr>
          <a:xfrm>
            <a:off x="7582429" y="5202238"/>
            <a:ext cx="392521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/>
              <a:t>Guided By</a:t>
            </a:r>
          </a:p>
          <a:p>
            <a:r>
              <a:rPr lang="en-IN" sz="2400" dirty="0"/>
              <a:t>&lt;Faculty Name&gt;</a:t>
            </a:r>
          </a:p>
          <a:p>
            <a:r>
              <a:rPr lang="en-IN" sz="2400" dirty="0"/>
              <a:t>&lt;Department&gt;</a:t>
            </a:r>
          </a:p>
          <a:p>
            <a:pPr marL="0" indent="0">
              <a:buNone/>
            </a:pPr>
            <a:r>
              <a:rPr lang="en-IN" sz="2400" b="1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2199D0-8F87-E34B-18D1-8F9C062A86E2}"/>
              </a:ext>
            </a:extLst>
          </p:cNvPr>
          <p:cNvSpPr txBox="1"/>
          <p:nvPr/>
        </p:nvSpPr>
        <p:spPr>
          <a:xfrm>
            <a:off x="7134897" y="391670"/>
            <a:ext cx="5309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School of Engineering and Research</a:t>
            </a:r>
          </a:p>
        </p:txBody>
      </p:sp>
    </p:spTree>
    <p:extLst>
      <p:ext uri="{BB962C8B-B14F-4D97-AF65-F5344CB8AC3E}">
        <p14:creationId xmlns:p14="http://schemas.microsoft.com/office/powerpoint/2010/main" val="246943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1258-B66D-7EE4-EBED-F9AA00A227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1376" y="287339"/>
            <a:ext cx="11500624" cy="716272"/>
          </a:xfrm>
        </p:spPr>
        <p:txBody>
          <a:bodyPr>
            <a:normAutofit/>
          </a:bodyPr>
          <a:lstStyle/>
          <a:p>
            <a:r>
              <a:rPr lang="en-IN" sz="4700" dirty="0"/>
              <a:t>Introduction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3615D-EB85-94C6-83E7-22DA98A32C4C}"/>
              </a:ext>
            </a:extLst>
          </p:cNvPr>
          <p:cNvSpPr txBox="1"/>
          <p:nvPr/>
        </p:nvSpPr>
        <p:spPr>
          <a:xfrm>
            <a:off x="783372" y="1579900"/>
            <a:ext cx="91635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Title of the Proposal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Overview of Project-Based Learning (PBL) in Software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Purpose and significance of the software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Objectives of the proposal (e.g., enhancing coding skills, problem-solving, real-world application)</a:t>
            </a:r>
          </a:p>
        </p:txBody>
      </p:sp>
    </p:spTree>
    <p:extLst>
      <p:ext uri="{BB962C8B-B14F-4D97-AF65-F5344CB8AC3E}">
        <p14:creationId xmlns:p14="http://schemas.microsoft.com/office/powerpoint/2010/main" val="31340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1695-05DD-6A23-E358-120C9DFE5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F6DADA1-D4EF-E0C4-FD0E-D338A8D36CC1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Background and Literature Survey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50F5A-CD7C-6591-113E-7200731AD347}"/>
              </a:ext>
            </a:extLst>
          </p:cNvPr>
          <p:cNvSpPr txBox="1"/>
          <p:nvPr/>
        </p:nvSpPr>
        <p:spPr>
          <a:xfrm>
            <a:off x="593801" y="1680261"/>
            <a:ext cx="92415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Context of the software project (e.g., industry relevance, emerging technology)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Problem statement: What issue does the software aim to solve?</a:t>
            </a:r>
          </a:p>
        </p:txBody>
      </p:sp>
    </p:spTree>
    <p:extLst>
      <p:ext uri="{BB962C8B-B14F-4D97-AF65-F5344CB8AC3E}">
        <p14:creationId xmlns:p14="http://schemas.microsoft.com/office/powerpoint/2010/main" val="246464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A0A5-16C1-A930-0A48-DB74B906F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21CB710-B6F2-C5D3-FD75-BC448B244D49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Software Project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B01D2-7542-6D86-E453-DA1449B0E78E}"/>
              </a:ext>
            </a:extLst>
          </p:cNvPr>
          <p:cNvSpPr txBox="1"/>
          <p:nvPr/>
        </p:nvSpPr>
        <p:spPr>
          <a:xfrm>
            <a:off x="691375" y="1591051"/>
            <a:ext cx="86087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Title and a brief description of the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scope and features (e.g., web app, mobile app, AI tool)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Core functionalities and user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Technology stack (e.g., programming languages, frameworks, databases)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Deliverables (e.g., working software, documentation, user manual)</a:t>
            </a:r>
          </a:p>
        </p:txBody>
      </p:sp>
    </p:spTree>
    <p:extLst>
      <p:ext uri="{BB962C8B-B14F-4D97-AF65-F5344CB8AC3E}">
        <p14:creationId xmlns:p14="http://schemas.microsoft.com/office/powerpoint/2010/main" val="360014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185AB-37C2-D4F0-578E-A954D9AD1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F4748C-BE97-BC1D-FFF4-5C495963CF0B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Methodology and Implementation Plan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ED1218-E4EF-D672-0650-B38FE861C2F3}"/>
              </a:ext>
            </a:extLst>
          </p:cNvPr>
          <p:cNvSpPr txBox="1"/>
          <p:nvPr/>
        </p:nvSpPr>
        <p:spPr>
          <a:xfrm>
            <a:off x="814039" y="1416413"/>
            <a:ext cx="101141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Project Phases: Requirement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Analysis: Gather and define project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Design: System architecture, UI/UX prototypes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Development: Coding and feature implementation (iterative cycles)Testing: Functional, unit, and user acceptance testing (UAT)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Deployment: Launching the software in a real/test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Maintenance: Ongoing updates and improvements</a:t>
            </a:r>
          </a:p>
          <a:p>
            <a:r>
              <a:rPr lang="en-US" b="1" dirty="0"/>
              <a:t>Implementation Strategy: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Agile methodology (sprints, milestones)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of collaborative tools (e.g., GitHub, Jira)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Peer and instructor code reviews</a:t>
            </a:r>
          </a:p>
        </p:txBody>
      </p:sp>
    </p:spTree>
    <p:extLst>
      <p:ext uri="{BB962C8B-B14F-4D97-AF65-F5344CB8AC3E}">
        <p14:creationId xmlns:p14="http://schemas.microsoft.com/office/powerpoint/2010/main" val="626409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21F6-F1C4-1864-C18C-1B95F6A02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67FDF9A-31C7-D0AA-37C8-3AEDB75363D6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Project Timeline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475FB-F1D9-7CA5-FB1D-EBB208175583}"/>
              </a:ext>
            </a:extLst>
          </p:cNvPr>
          <p:cNvSpPr txBox="1"/>
          <p:nvPr/>
        </p:nvSpPr>
        <p:spPr>
          <a:xfrm>
            <a:off x="903249" y="1739798"/>
            <a:ext cx="77166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Week-by-week breakdown: (from 20 Jan 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 1-2: Requirement analysis &amp;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 3-6: Development (modular approach)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 7: Testing and debugging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Week 8: Deployment and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28147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EA38E-6B1C-BB4A-07F8-64E2FF6FC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41BB9E8-1C30-F675-7D6E-85AF97364D86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Expected Impact and Future Scope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4B238-222D-D3DD-32B1-A413B34D08E4}"/>
              </a:ext>
            </a:extLst>
          </p:cNvPr>
          <p:cNvSpPr txBox="1"/>
          <p:nvPr/>
        </p:nvSpPr>
        <p:spPr>
          <a:xfrm>
            <a:off x="903249" y="1739798"/>
            <a:ext cx="77166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Skill enhancement for real-world software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Potential publication, open-source contribution, or product launch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Opportunities for future research and advanced project iterations</a:t>
            </a:r>
          </a:p>
        </p:txBody>
      </p:sp>
    </p:spTree>
    <p:extLst>
      <p:ext uri="{BB962C8B-B14F-4D97-AF65-F5344CB8AC3E}">
        <p14:creationId xmlns:p14="http://schemas.microsoft.com/office/powerpoint/2010/main" val="349345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129FC-ECEC-9E5A-5617-D67B0035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3B0188-9C95-F55F-12C8-CE209D5A61EB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Conclusion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422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BC4AD-A8F4-B77F-E452-2FC462A30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1BB00B6-B11D-ECB0-DE24-EAEA93216EBE}"/>
              </a:ext>
            </a:extLst>
          </p:cNvPr>
          <p:cNvSpPr txBox="1">
            <a:spLocks/>
          </p:cNvSpPr>
          <p:nvPr/>
        </p:nvSpPr>
        <p:spPr>
          <a:xfrm>
            <a:off x="691376" y="287339"/>
            <a:ext cx="11500624" cy="7162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429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A146D-2082-377D-AB80-936FBB124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8374C1-1F70-B81B-5360-6EB86CC5FC63}"/>
              </a:ext>
            </a:extLst>
          </p:cNvPr>
          <p:cNvSpPr txBox="1"/>
          <p:nvPr/>
        </p:nvSpPr>
        <p:spPr>
          <a:xfrm>
            <a:off x="3468030" y="2635921"/>
            <a:ext cx="67799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Thanking You </a:t>
            </a:r>
          </a:p>
        </p:txBody>
      </p:sp>
    </p:spTree>
    <p:extLst>
      <p:ext uri="{BB962C8B-B14F-4D97-AF65-F5344CB8AC3E}">
        <p14:creationId xmlns:p14="http://schemas.microsoft.com/office/powerpoint/2010/main" val="37002015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5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AF1158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126</TotalTime>
  <Words>351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Retrospect</vt:lpstr>
      <vt:lpstr>PowerPoint Presentation</vt:lpstr>
      <vt:lpstr>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Vikas Dilliwar</dc:creator>
  <cp:lastModifiedBy>vaibhav lall</cp:lastModifiedBy>
  <cp:revision>16</cp:revision>
  <dcterms:created xsi:type="dcterms:W3CDTF">2025-02-25T07:56:06Z</dcterms:created>
  <dcterms:modified xsi:type="dcterms:W3CDTF">2025-03-13T08:43:29Z</dcterms:modified>
</cp:coreProperties>
</file>