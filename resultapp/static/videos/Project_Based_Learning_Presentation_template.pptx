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8" r:id="rId2"/>
    <p:sldId id="257" r:id="rId3"/>
    <p:sldId id="259" r:id="rId4"/>
    <p:sldId id="261" r:id="rId5"/>
    <p:sldId id="262" r:id="rId6"/>
    <p:sldId id="263" r:id="rId7"/>
    <p:sldId id="264" r:id="rId8"/>
    <p:sldId id="265" r:id="rId9"/>
    <p:sldId id="260"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071A20-4831-D1D8-CFCE-E23B1F7F6A93}" v="168" dt="2026-03-30T05:12:43.2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ansh Tripathi" userId="23690299d961e15e" providerId="LiveId" clId="{F8BF9EBF-8682-4665-8A9A-FB24CCB7040E}"/>
    <pc:docChg chg="undo custSel delSld modSld">
      <pc:chgData name="Devansh Tripathi" userId="23690299d961e15e" providerId="LiveId" clId="{F8BF9EBF-8682-4665-8A9A-FB24CCB7040E}" dt="2026-03-25T10:40:26.488" v="555" actId="1076"/>
      <pc:docMkLst>
        <pc:docMk/>
      </pc:docMkLst>
      <pc:sldChg chg="modSp mod">
        <pc:chgData name="Devansh Tripathi" userId="23690299d961e15e" providerId="LiveId" clId="{F8BF9EBF-8682-4665-8A9A-FB24CCB7040E}" dt="2026-03-25T10:33:31.450" v="481" actId="20577"/>
        <pc:sldMkLst>
          <pc:docMk/>
          <pc:sldMk cId="31340893" sldId="257"/>
        </pc:sldMkLst>
        <pc:spChg chg="mod">
          <ac:chgData name="Devansh Tripathi" userId="23690299d961e15e" providerId="LiveId" clId="{F8BF9EBF-8682-4665-8A9A-FB24CCB7040E}" dt="2026-03-25T10:19:05.531" v="0" actId="1076"/>
          <ac:spMkLst>
            <pc:docMk/>
            <pc:sldMk cId="31340893" sldId="257"/>
            <ac:spMk id="2" creationId="{00861258-B66D-7EE4-EBED-F9AA00A22782}"/>
          </ac:spMkLst>
        </pc:spChg>
        <pc:spChg chg="mod">
          <ac:chgData name="Devansh Tripathi" userId="23690299d961e15e" providerId="LiveId" clId="{F8BF9EBF-8682-4665-8A9A-FB24CCB7040E}" dt="2026-03-25T10:33:31.450" v="481" actId="20577"/>
          <ac:spMkLst>
            <pc:docMk/>
            <pc:sldMk cId="31340893" sldId="257"/>
            <ac:spMk id="7" creationId="{0C33615D-EB85-94C6-83E7-22DA98A32C4C}"/>
          </ac:spMkLst>
        </pc:spChg>
      </pc:sldChg>
      <pc:sldChg chg="modSp mod">
        <pc:chgData name="Devansh Tripathi" userId="23690299d961e15e" providerId="LiveId" clId="{F8BF9EBF-8682-4665-8A9A-FB24CCB7040E}" dt="2026-03-25T10:40:26.488" v="555" actId="1076"/>
        <pc:sldMkLst>
          <pc:docMk/>
          <pc:sldMk cId="2469432898" sldId="258"/>
        </pc:sldMkLst>
        <pc:spChg chg="mod">
          <ac:chgData name="Devansh Tripathi" userId="23690299d961e15e" providerId="LiveId" clId="{F8BF9EBF-8682-4665-8A9A-FB24CCB7040E}" dt="2026-03-25T10:36:00.454" v="539" actId="20577"/>
          <ac:spMkLst>
            <pc:docMk/>
            <pc:sldMk cId="2469432898" sldId="258"/>
            <ac:spMk id="5" creationId="{7538C07F-B339-2009-A9FA-0F7B4CAA0A16}"/>
          </ac:spMkLst>
        </pc:spChg>
        <pc:spChg chg="mod">
          <ac:chgData name="Devansh Tripathi" userId="23690299d961e15e" providerId="LiveId" clId="{F8BF9EBF-8682-4665-8A9A-FB24CCB7040E}" dt="2026-03-25T10:21:02.638" v="29" actId="20577"/>
          <ac:spMkLst>
            <pc:docMk/>
            <pc:sldMk cId="2469432898" sldId="258"/>
            <ac:spMk id="7" creationId="{EBF27132-8C9A-18F9-A9EC-AD276F2107FD}"/>
          </ac:spMkLst>
        </pc:spChg>
        <pc:spChg chg="mod">
          <ac:chgData name="Devansh Tripathi" userId="23690299d961e15e" providerId="LiveId" clId="{F8BF9EBF-8682-4665-8A9A-FB24CCB7040E}" dt="2026-03-25T10:22:33.039" v="106" actId="20577"/>
          <ac:spMkLst>
            <pc:docMk/>
            <pc:sldMk cId="2469432898" sldId="258"/>
            <ac:spMk id="10" creationId="{EBF27132-8C9A-18F9-A9EC-AD276F2107FD}"/>
          </ac:spMkLst>
        </pc:spChg>
        <pc:spChg chg="mod">
          <ac:chgData name="Devansh Tripathi" userId="23690299d961e15e" providerId="LiveId" clId="{F8BF9EBF-8682-4665-8A9A-FB24CCB7040E}" dt="2026-03-25T10:26:03.943" v="337" actId="20577"/>
          <ac:spMkLst>
            <pc:docMk/>
            <pc:sldMk cId="2469432898" sldId="258"/>
            <ac:spMk id="13" creationId="{7538C07F-B339-2009-A9FA-0F7B4CAA0A16}"/>
          </ac:spMkLst>
        </pc:spChg>
        <pc:picChg chg="mod">
          <ac:chgData name="Devansh Tripathi" userId="23690299d961e15e" providerId="LiveId" clId="{F8BF9EBF-8682-4665-8A9A-FB24CCB7040E}" dt="2026-03-25T10:40:26.488" v="555" actId="1076"/>
          <ac:picMkLst>
            <pc:docMk/>
            <pc:sldMk cId="2469432898" sldId="258"/>
            <ac:picMk id="2" creationId="{5C1F2C79-5AD3-F79A-E1F5-35F1098B2B2C}"/>
          </ac:picMkLst>
        </pc:picChg>
      </pc:sldChg>
      <pc:sldChg chg="addSp delSp modSp mod modClrScheme chgLayout">
        <pc:chgData name="Devansh Tripathi" userId="23690299d961e15e" providerId="LiveId" clId="{F8BF9EBF-8682-4665-8A9A-FB24CCB7040E}" dt="2026-03-25T10:33:23.385" v="480" actId="20577"/>
        <pc:sldMkLst>
          <pc:docMk/>
          <pc:sldMk cId="2464643117" sldId="259"/>
        </pc:sldMkLst>
        <pc:spChg chg="add">
          <ac:chgData name="Devansh Tripathi" userId="23690299d961e15e" providerId="LiveId" clId="{F8BF9EBF-8682-4665-8A9A-FB24CCB7040E}" dt="2026-03-25T10:28:37.924" v="343"/>
          <ac:spMkLst>
            <pc:docMk/>
            <pc:sldMk cId="2464643117" sldId="259"/>
            <ac:spMk id="2" creationId="{36ED005D-E089-4C93-5D4B-86A134768141}"/>
          </ac:spMkLst>
        </pc:spChg>
        <pc:spChg chg="add">
          <ac:chgData name="Devansh Tripathi" userId="23690299d961e15e" providerId="LiveId" clId="{F8BF9EBF-8682-4665-8A9A-FB24CCB7040E}" dt="2026-03-25T10:28:43.544" v="345"/>
          <ac:spMkLst>
            <pc:docMk/>
            <pc:sldMk cId="2464643117" sldId="259"/>
            <ac:spMk id="3" creationId="{768A7E55-7306-6E26-20D4-009BEFA7626F}"/>
          </ac:spMkLst>
        </pc:spChg>
        <pc:spChg chg="add del mod ord">
          <ac:chgData name="Devansh Tripathi" userId="23690299d961e15e" providerId="LiveId" clId="{F8BF9EBF-8682-4665-8A9A-FB24CCB7040E}" dt="2026-03-25T10:29:07.980" v="351"/>
          <ac:spMkLst>
            <pc:docMk/>
            <pc:sldMk cId="2464643117" sldId="259"/>
            <ac:spMk id="4" creationId="{E0BAAD40-34AB-89FD-B46C-9A80E11C7B91}"/>
          </ac:spMkLst>
        </pc:spChg>
        <pc:spChg chg="add mod">
          <ac:chgData name="Devansh Tripathi" userId="23690299d961e15e" providerId="LiveId" clId="{F8BF9EBF-8682-4665-8A9A-FB24CCB7040E}" dt="2026-03-25T10:33:23.385" v="480" actId="20577"/>
          <ac:spMkLst>
            <pc:docMk/>
            <pc:sldMk cId="2464643117" sldId="259"/>
            <ac:spMk id="6" creationId="{4312516C-47BF-BB51-06E3-3F7F182E80B5}"/>
          </ac:spMkLst>
        </pc:spChg>
        <pc:spChg chg="del mod">
          <ac:chgData name="Devansh Tripathi" userId="23690299d961e15e" providerId="LiveId" clId="{F8BF9EBF-8682-4665-8A9A-FB24CCB7040E}" dt="2026-03-25T10:28:52.578" v="348"/>
          <ac:spMkLst>
            <pc:docMk/>
            <pc:sldMk cId="2464643117" sldId="259"/>
            <ac:spMk id="10" creationId="{58C50F5A-CD7C-6591-113E-7200731AD347}"/>
          </ac:spMkLst>
        </pc:spChg>
      </pc:sldChg>
      <pc:sldChg chg="modSp mod">
        <pc:chgData name="Devansh Tripathi" userId="23690299d961e15e" providerId="LiveId" clId="{F8BF9EBF-8682-4665-8A9A-FB24CCB7040E}" dt="2026-03-25T10:31:34.288" v="444" actId="1076"/>
        <pc:sldMkLst>
          <pc:docMk/>
          <pc:sldMk cId="3600141671" sldId="261"/>
        </pc:sldMkLst>
        <pc:spChg chg="mod">
          <ac:chgData name="Devansh Tripathi" userId="23690299d961e15e" providerId="LiveId" clId="{F8BF9EBF-8682-4665-8A9A-FB24CCB7040E}" dt="2026-03-25T10:31:34.288" v="444" actId="1076"/>
          <ac:spMkLst>
            <pc:docMk/>
            <pc:sldMk cId="3600141671" sldId="261"/>
            <ac:spMk id="10" creationId="{866B01D2-7542-6D86-E453-DA1449B0E78E}"/>
          </ac:spMkLst>
        </pc:spChg>
      </pc:sldChg>
      <pc:sldChg chg="modSp mod">
        <pc:chgData name="Devansh Tripathi" userId="23690299d961e15e" providerId="LiveId" clId="{F8BF9EBF-8682-4665-8A9A-FB24CCB7040E}" dt="2026-03-25T10:38:20.310" v="551" actId="1076"/>
        <pc:sldMkLst>
          <pc:docMk/>
          <pc:sldMk cId="626409682" sldId="262"/>
        </pc:sldMkLst>
        <pc:spChg chg="mod">
          <ac:chgData name="Devansh Tripathi" userId="23690299d961e15e" providerId="LiveId" clId="{F8BF9EBF-8682-4665-8A9A-FB24CCB7040E}" dt="2026-03-25T10:38:20.310" v="551" actId="1076"/>
          <ac:spMkLst>
            <pc:docMk/>
            <pc:sldMk cId="626409682" sldId="262"/>
            <ac:spMk id="10" creationId="{DCED1218-E4EF-D672-0650-B38FE861C2F3}"/>
          </ac:spMkLst>
        </pc:spChg>
      </pc:sldChg>
      <pc:sldChg chg="del">
        <pc:chgData name="Devansh Tripathi" userId="23690299d961e15e" providerId="LiveId" clId="{F8BF9EBF-8682-4665-8A9A-FB24CCB7040E}" dt="2026-03-25T10:32:41.908" v="453" actId="2696"/>
        <pc:sldMkLst>
          <pc:docMk/>
          <pc:sldMk cId="1228147223" sldId="263"/>
        </pc:sldMkLst>
      </pc:sldChg>
      <pc:sldChg chg="modSp mod">
        <pc:chgData name="Devansh Tripathi" userId="23690299d961e15e" providerId="LiveId" clId="{F8BF9EBF-8682-4665-8A9A-FB24CCB7040E}" dt="2026-03-25T10:32:29.222" v="452" actId="20577"/>
        <pc:sldMkLst>
          <pc:docMk/>
          <pc:sldMk cId="3493453227" sldId="264"/>
        </pc:sldMkLst>
        <pc:spChg chg="mod">
          <ac:chgData name="Devansh Tripathi" userId="23690299d961e15e" providerId="LiveId" clId="{F8BF9EBF-8682-4665-8A9A-FB24CCB7040E}" dt="2026-03-25T10:32:29.222" v="452" actId="20577"/>
          <ac:spMkLst>
            <pc:docMk/>
            <pc:sldMk cId="3493453227" sldId="264"/>
            <ac:spMk id="10" creationId="{43A4B238-222D-D3DD-32B1-A413B34D08E4}"/>
          </ac:spMkLst>
        </pc:spChg>
      </pc:sldChg>
      <pc:sldChg chg="addSp modSp mod modClrScheme chgLayout">
        <pc:chgData name="Devansh Tripathi" userId="23690299d961e15e" providerId="LiveId" clId="{F8BF9EBF-8682-4665-8A9A-FB24CCB7040E}" dt="2026-03-25T10:39:29.198" v="553" actId="2711"/>
        <pc:sldMkLst>
          <pc:docMk/>
          <pc:sldMk cId="496422364" sldId="265"/>
        </pc:sldMkLst>
        <pc:spChg chg="add mod ord">
          <ac:chgData name="Devansh Tripathi" userId="23690299d961e15e" providerId="LiveId" clId="{F8BF9EBF-8682-4665-8A9A-FB24CCB7040E}" dt="2026-03-25T10:39:29.198" v="553" actId="2711"/>
          <ac:spMkLst>
            <pc:docMk/>
            <pc:sldMk cId="496422364" sldId="265"/>
            <ac:spMk id="2" creationId="{CCCBA9F1-8609-773B-D45A-B79C55EB032C}"/>
          </ac:spMkLst>
        </pc:spChg>
        <pc:spChg chg="mod">
          <ac:chgData name="Devansh Tripathi" userId="23690299d961e15e" providerId="LiveId" clId="{F8BF9EBF-8682-4665-8A9A-FB24CCB7040E}" dt="2026-03-25T10:37:54.689" v="546" actId="1076"/>
          <ac:spMkLst>
            <pc:docMk/>
            <pc:sldMk cId="496422364" sldId="265"/>
            <ac:spMk id="5" creationId="{9E3B0188-9C95-F55F-12C8-CE209D5A61EB}"/>
          </ac:spMkLst>
        </pc:spChg>
      </pc:sldChg>
      <pc:sldChg chg="del">
        <pc:chgData name="Devansh Tripathi" userId="23690299d961e15e" providerId="LiveId" clId="{F8BF9EBF-8682-4665-8A9A-FB24CCB7040E}" dt="2026-03-25T10:39:48.149" v="554" actId="2696"/>
        <pc:sldMkLst>
          <pc:docMk/>
          <pc:sldMk cId="3192429385" sldId="266"/>
        </pc:sldMkLst>
      </pc:sldChg>
    </pc:docChg>
  </pc:docChgLst>
  <pc:docChgLst>
    <pc:chgData name="Devansh Tripathi" userId="23690299d961e15e" providerId="Windows Live" clId="Web-{D2071A20-4831-D1D8-CFCE-E23B1F7F6A93}"/>
    <pc:docChg chg="addSld modSld">
      <pc:chgData name="Devansh Tripathi" userId="23690299d961e15e" providerId="Windows Live" clId="Web-{D2071A20-4831-D1D8-CFCE-E23B1F7F6A93}" dt="2026-03-30T05:12:43.222" v="100" actId="20577"/>
      <pc:docMkLst>
        <pc:docMk/>
      </pc:docMkLst>
      <pc:sldChg chg="modSp">
        <pc:chgData name="Devansh Tripathi" userId="23690299d961e15e" providerId="Windows Live" clId="Web-{D2071A20-4831-D1D8-CFCE-E23B1F7F6A93}" dt="2026-03-30T04:53:01.259" v="10" actId="20577"/>
        <pc:sldMkLst>
          <pc:docMk/>
          <pc:sldMk cId="2469432898" sldId="258"/>
        </pc:sldMkLst>
        <pc:spChg chg="mod">
          <ac:chgData name="Devansh Tripathi" userId="23690299d961e15e" providerId="Windows Live" clId="Web-{D2071A20-4831-D1D8-CFCE-E23B1F7F6A93}" dt="2026-03-30T04:53:01.259" v="10" actId="20577"/>
          <ac:spMkLst>
            <pc:docMk/>
            <pc:sldMk cId="2469432898" sldId="258"/>
            <ac:spMk id="5" creationId="{7538C07F-B339-2009-A9FA-0F7B4CAA0A16}"/>
          </ac:spMkLst>
        </pc:spChg>
      </pc:sldChg>
      <pc:sldChg chg="modSp">
        <pc:chgData name="Devansh Tripathi" userId="23690299d961e15e" providerId="Windows Live" clId="Web-{D2071A20-4831-D1D8-CFCE-E23B1F7F6A93}" dt="2026-03-30T04:56:50.620" v="27" actId="1076"/>
        <pc:sldMkLst>
          <pc:docMk/>
          <pc:sldMk cId="2464643117" sldId="259"/>
        </pc:sldMkLst>
        <pc:spChg chg="mod">
          <ac:chgData name="Devansh Tripathi" userId="23690299d961e15e" providerId="Windows Live" clId="Web-{D2071A20-4831-D1D8-CFCE-E23B1F7F6A93}" dt="2026-03-30T04:56:50.620" v="27" actId="1076"/>
          <ac:spMkLst>
            <pc:docMk/>
            <pc:sldMk cId="2464643117" sldId="259"/>
            <ac:spMk id="6" creationId="{4312516C-47BF-BB51-06E3-3F7F182E80B5}"/>
          </ac:spMkLst>
        </pc:spChg>
      </pc:sldChg>
      <pc:sldChg chg="modSp">
        <pc:chgData name="Devansh Tripathi" userId="23690299d961e15e" providerId="Windows Live" clId="Web-{D2071A20-4831-D1D8-CFCE-E23B1F7F6A93}" dt="2026-03-30T04:57:14.746" v="35" actId="20577"/>
        <pc:sldMkLst>
          <pc:docMk/>
          <pc:sldMk cId="3600141671" sldId="261"/>
        </pc:sldMkLst>
        <pc:spChg chg="mod">
          <ac:chgData name="Devansh Tripathi" userId="23690299d961e15e" providerId="Windows Live" clId="Web-{D2071A20-4831-D1D8-CFCE-E23B1F7F6A93}" dt="2026-03-30T04:57:14.746" v="35" actId="20577"/>
          <ac:spMkLst>
            <pc:docMk/>
            <pc:sldMk cId="3600141671" sldId="261"/>
            <ac:spMk id="10" creationId="{866B01D2-7542-6D86-E453-DA1449B0E78E}"/>
          </ac:spMkLst>
        </pc:spChg>
      </pc:sldChg>
      <pc:sldChg chg="modSp">
        <pc:chgData name="Devansh Tripathi" userId="23690299d961e15e" providerId="Windows Live" clId="Web-{D2071A20-4831-D1D8-CFCE-E23B1F7F6A93}" dt="2026-03-30T04:53:45.634" v="21" actId="20577"/>
        <pc:sldMkLst>
          <pc:docMk/>
          <pc:sldMk cId="626409682" sldId="262"/>
        </pc:sldMkLst>
        <pc:spChg chg="mod">
          <ac:chgData name="Devansh Tripathi" userId="23690299d961e15e" providerId="Windows Live" clId="Web-{D2071A20-4831-D1D8-CFCE-E23B1F7F6A93}" dt="2026-03-30T04:53:45.634" v="21" actId="20577"/>
          <ac:spMkLst>
            <pc:docMk/>
            <pc:sldMk cId="626409682" sldId="262"/>
            <ac:spMk id="10" creationId="{DCED1218-E4EF-D672-0650-B38FE861C2F3}"/>
          </ac:spMkLst>
        </pc:spChg>
      </pc:sldChg>
      <pc:sldChg chg="modSp add">
        <pc:chgData name="Devansh Tripathi" userId="23690299d961e15e" providerId="Windows Live" clId="Web-{D2071A20-4831-D1D8-CFCE-E23B1F7F6A93}" dt="2026-03-30T05:12:43.222" v="100" actId="20577"/>
        <pc:sldMkLst>
          <pc:docMk/>
          <pc:sldMk cId="1228147223" sldId="263"/>
        </pc:sldMkLst>
        <pc:spChg chg="mod">
          <ac:chgData name="Devansh Tripathi" userId="23690299d961e15e" providerId="Windows Live" clId="Web-{D2071A20-4831-D1D8-CFCE-E23B1F7F6A93}" dt="2026-03-30T05:12:43.222" v="100" actId="20577"/>
          <ac:spMkLst>
            <pc:docMk/>
            <pc:sldMk cId="1228147223" sldId="263"/>
            <ac:spMk id="10" creationId="{356475FB-F1D9-7CA5-FB1D-EBB208175583}"/>
          </ac:spMkLst>
        </pc:spChg>
      </pc:sldChg>
      <pc:sldChg chg="modSp">
        <pc:chgData name="Devansh Tripathi" userId="23690299d961e15e" providerId="Windows Live" clId="Web-{D2071A20-4831-D1D8-CFCE-E23B1F7F6A93}" dt="2026-03-30T04:58:09.486" v="36" actId="20577"/>
        <pc:sldMkLst>
          <pc:docMk/>
          <pc:sldMk cId="496422364" sldId="265"/>
        </pc:sldMkLst>
        <pc:spChg chg="mod">
          <ac:chgData name="Devansh Tripathi" userId="23690299d961e15e" providerId="Windows Live" clId="Web-{D2071A20-4831-D1D8-CFCE-E23B1F7F6A93}" dt="2026-03-30T04:58:09.486" v="36" actId="20577"/>
          <ac:spMkLst>
            <pc:docMk/>
            <pc:sldMk cId="496422364" sldId="265"/>
            <ac:spMk id="2" creationId="{CCCBA9F1-8609-773B-D45A-B79C55EB032C}"/>
          </ac:spMkLst>
        </pc:spChg>
      </pc:sldChg>
    </pc:docChg>
  </pc:docChgLst>
  <pc:docChgLst>
    <pc:chgData clId="Web-{D2071A20-4831-D1D8-CFCE-E23B1F7F6A93}"/>
    <pc:docChg chg="modSld">
      <pc:chgData name="" userId="" providerId="" clId="Web-{D2071A20-4831-D1D8-CFCE-E23B1F7F6A93}" dt="2026-03-30T04:51:45.852" v="0" actId="20577"/>
      <pc:docMkLst>
        <pc:docMk/>
      </pc:docMkLst>
      <pc:sldChg chg="modSp">
        <pc:chgData name="" userId="" providerId="" clId="Web-{D2071A20-4831-D1D8-CFCE-E23B1F7F6A93}" dt="2026-03-30T04:51:45.852" v="0" actId="20577"/>
        <pc:sldMkLst>
          <pc:docMk/>
          <pc:sldMk cId="2469432898" sldId="258"/>
        </pc:sldMkLst>
        <pc:spChg chg="mod">
          <ac:chgData name="" userId="" providerId="" clId="Web-{D2071A20-4831-D1D8-CFCE-E23B1F7F6A93}" dt="2026-03-30T04:51:45.852" v="0" actId="20577"/>
          <ac:spMkLst>
            <pc:docMk/>
            <pc:sldMk cId="2469432898" sldId="258"/>
            <ac:spMk id="13" creationId="{7538C07F-B339-2009-A9FA-0F7B4CAA0A1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GB"/>
              <a:t>Click to edit Master title style</a:t>
            </a:r>
            <a:endParaRPr lang="en-US"/>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D8AC7FD5-11E4-4449-ABD9-B66A9407B066}" type="datetimeFigureOut">
              <a:rPr lang="en-IN" smtClean="0"/>
              <a:t>29-03-2026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C510BE-3686-4FB5-8756-C2E1B5F29303}"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0503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D8AC7FD5-11E4-4449-ABD9-B66A9407B066}" type="datetimeFigureOut">
              <a:rPr lang="en-IN" smtClean="0"/>
              <a:t>29-03-2026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C510BE-3686-4FB5-8756-C2E1B5F29303}" type="slidenum">
              <a:rPr lang="en-IN" smtClean="0"/>
              <a:t>‹#›</a:t>
            </a:fld>
            <a:endParaRPr lang="en-IN"/>
          </a:p>
        </p:txBody>
      </p:sp>
    </p:spTree>
    <p:extLst>
      <p:ext uri="{BB962C8B-B14F-4D97-AF65-F5344CB8AC3E}">
        <p14:creationId xmlns:p14="http://schemas.microsoft.com/office/powerpoint/2010/main" val="1484914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GB"/>
              <a:t>Click to edit Master title style</a:t>
            </a:r>
            <a:endParaRPr lang="en-US"/>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8AC7FD5-11E4-4449-ABD9-B66A9407B066}" type="datetimeFigureOut">
              <a:rPr lang="en-IN" smtClean="0"/>
              <a:t>29-03-2026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C510BE-3686-4FB5-8756-C2E1B5F29303}"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2039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GB"/>
              <a:t>Click to edit Master title style</a:t>
            </a:r>
            <a:endParaRPr lang="en-US"/>
          </a:p>
        </p:txBody>
      </p:sp>
      <p:sp>
        <p:nvSpPr>
          <p:cNvPr id="3" name="Content Placeholder 2"/>
          <p:cNvSpPr>
            <a:spLocks noGrp="1"/>
          </p:cNvSpPr>
          <p:nvPr>
            <p:ph sz="half" idx="1"/>
          </p:nvPr>
        </p:nvSpPr>
        <p:spPr>
          <a:xfrm>
            <a:off x="1097279" y="1845734"/>
            <a:ext cx="493776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217920" y="1845735"/>
            <a:ext cx="493776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8AC7FD5-11E4-4449-ABD9-B66A9407B066}" type="datetimeFigureOut">
              <a:rPr lang="en-IN" smtClean="0"/>
              <a:t>29-03-2026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C510BE-3686-4FB5-8756-C2E1B5F29303}" type="slidenum">
              <a:rPr lang="en-IN" smtClean="0"/>
              <a:t>‹#›</a:t>
            </a:fld>
            <a:endParaRPr lang="en-IN"/>
          </a:p>
        </p:txBody>
      </p:sp>
    </p:spTree>
    <p:extLst>
      <p:ext uri="{BB962C8B-B14F-4D97-AF65-F5344CB8AC3E}">
        <p14:creationId xmlns:p14="http://schemas.microsoft.com/office/powerpoint/2010/main" val="895180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GB"/>
              <a:t>Click to edit Master title style</a:t>
            </a:r>
            <a:endParaRPr lang="en-US"/>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D8AC7FD5-11E4-4449-ABD9-B66A9407B066}" type="datetimeFigureOut">
              <a:rPr lang="en-IN" smtClean="0"/>
              <a:t>29-03-2026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C510BE-3686-4FB5-8756-C2E1B5F29303}" type="slidenum">
              <a:rPr lang="en-IN" smtClean="0"/>
              <a:t>‹#›</a:t>
            </a:fld>
            <a:endParaRPr lang="en-IN"/>
          </a:p>
        </p:txBody>
      </p:sp>
    </p:spTree>
    <p:extLst>
      <p:ext uri="{BB962C8B-B14F-4D97-AF65-F5344CB8AC3E}">
        <p14:creationId xmlns:p14="http://schemas.microsoft.com/office/powerpoint/2010/main" val="2741056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D8AC7FD5-11E4-4449-ABD9-B66A9407B066}" type="datetimeFigureOut">
              <a:rPr lang="en-IN" smtClean="0"/>
              <a:t>29-03-2026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C510BE-3686-4FB5-8756-C2E1B5F29303}" type="slidenum">
              <a:rPr lang="en-IN" smtClean="0"/>
              <a:t>‹#›</a:t>
            </a:fld>
            <a:endParaRPr lang="en-IN"/>
          </a:p>
        </p:txBody>
      </p:sp>
    </p:spTree>
    <p:extLst>
      <p:ext uri="{BB962C8B-B14F-4D97-AF65-F5344CB8AC3E}">
        <p14:creationId xmlns:p14="http://schemas.microsoft.com/office/powerpoint/2010/main" val="2586634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7" name="Date Placeholder 6"/>
          <p:cNvSpPr>
            <a:spLocks noGrp="1"/>
          </p:cNvSpPr>
          <p:nvPr>
            <p:ph type="dt" sz="half" idx="10"/>
          </p:nvPr>
        </p:nvSpPr>
        <p:spPr/>
        <p:txBody>
          <a:bodyPr/>
          <a:lstStyle/>
          <a:p>
            <a:fld id="{D8AC7FD5-11E4-4449-ABD9-B66A9407B066}" type="datetimeFigureOut">
              <a:rPr lang="en-IN" smtClean="0"/>
              <a:t>29-03-2026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C4C510BE-3686-4FB5-8756-C2E1B5F29303}" type="slidenum">
              <a:rPr lang="en-IN" smtClean="0"/>
              <a:t>‹#›</a:t>
            </a:fld>
            <a:endParaRPr lang="en-IN"/>
          </a:p>
        </p:txBody>
      </p:sp>
    </p:spTree>
    <p:extLst>
      <p:ext uri="{BB962C8B-B14F-4D97-AF65-F5344CB8AC3E}">
        <p14:creationId xmlns:p14="http://schemas.microsoft.com/office/powerpoint/2010/main" val="2984338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GB"/>
              <a:t>Click to edit Master title style</a:t>
            </a:r>
            <a:endParaRPr lang="en-US"/>
          </a:p>
        </p:txBody>
      </p:sp>
      <p:sp>
        <p:nvSpPr>
          <p:cNvPr id="3" name="Content Placeholder 2"/>
          <p:cNvSpPr>
            <a:spLocks noGrp="1"/>
          </p:cNvSpPr>
          <p:nvPr>
            <p:ph idx="1"/>
          </p:nvPr>
        </p:nvSpPr>
        <p:spPr>
          <a:xfrm>
            <a:off x="4800600" y="731520"/>
            <a:ext cx="6492240" cy="5257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8AC7FD5-11E4-4449-ABD9-B66A9407B066}" type="datetimeFigureOut">
              <a:rPr lang="en-IN" smtClean="0"/>
              <a:t>29-03-2026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4C510BE-3686-4FB5-8756-C2E1B5F29303}" type="slidenum">
              <a:rPr lang="en-IN" smtClean="0"/>
              <a:t>‹#›</a:t>
            </a:fld>
            <a:endParaRPr lang="en-IN"/>
          </a:p>
        </p:txBody>
      </p:sp>
    </p:spTree>
    <p:extLst>
      <p:ext uri="{BB962C8B-B14F-4D97-AF65-F5344CB8AC3E}">
        <p14:creationId xmlns:p14="http://schemas.microsoft.com/office/powerpoint/2010/main" val="308919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GB"/>
              <a:t>Click to edit Master title style</a:t>
            </a:r>
            <a:endParaRPr lang="en-US"/>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D8AC7FD5-11E4-4449-ABD9-B66A9407B066}" type="datetimeFigureOut">
              <a:rPr lang="en-IN" smtClean="0"/>
              <a:t>29-03-2026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C510BE-3686-4FB5-8756-C2E1B5F29303}" type="slidenum">
              <a:rPr lang="en-IN" smtClean="0"/>
              <a:t>‹#›</a:t>
            </a:fld>
            <a:endParaRPr lang="en-IN"/>
          </a:p>
        </p:txBody>
      </p:sp>
    </p:spTree>
    <p:extLst>
      <p:ext uri="{BB962C8B-B14F-4D97-AF65-F5344CB8AC3E}">
        <p14:creationId xmlns:p14="http://schemas.microsoft.com/office/powerpoint/2010/main" val="2685150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lIns="45720" tIns="0" rIns="45720" b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D8AC7FD5-11E4-4449-ABD9-B66A9407B066}" type="datetimeFigureOut">
              <a:rPr lang="en-IN" smtClean="0"/>
              <a:t>29-03-2026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C510BE-3686-4FB5-8756-C2E1B5F29303}" type="slidenum">
              <a:rPr lang="en-IN" smtClean="0"/>
              <a:t>‹#›</a:t>
            </a:fld>
            <a:endParaRPr lang="en-IN"/>
          </a:p>
        </p:txBody>
      </p:sp>
    </p:spTree>
    <p:extLst>
      <p:ext uri="{BB962C8B-B14F-4D97-AF65-F5344CB8AC3E}">
        <p14:creationId xmlns:p14="http://schemas.microsoft.com/office/powerpoint/2010/main" val="11693435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Vertical Title 1"/>
          <p:cNvSpPr>
            <a:spLocks noGrp="1"/>
          </p:cNvSpPr>
          <p:nvPr>
            <p:ph type="title" orient="vert"/>
          </p:nvPr>
        </p:nvSpPr>
        <p:spPr>
          <a:xfrm>
            <a:off x="8724900" y="414778"/>
            <a:ext cx="2628900" cy="5757421"/>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D8AC7FD5-11E4-4449-ABD9-B66A9407B066}" type="datetimeFigureOut">
              <a:rPr lang="en-IN" smtClean="0"/>
              <a:t>29-03-2026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C510BE-3686-4FB5-8756-C2E1B5F29303}" type="slidenum">
              <a:rPr lang="en-IN" smtClean="0"/>
              <a:t>‹#›</a:t>
            </a:fld>
            <a:endParaRPr lang="en-IN"/>
          </a:p>
        </p:txBody>
      </p:sp>
    </p:spTree>
    <p:extLst>
      <p:ext uri="{BB962C8B-B14F-4D97-AF65-F5344CB8AC3E}">
        <p14:creationId xmlns:p14="http://schemas.microsoft.com/office/powerpoint/2010/main" val="503496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GB"/>
              <a:t>Click to edit Master title style</a:t>
            </a:r>
            <a:endParaRPr lang="en-US"/>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8AC7FD5-11E4-4449-ABD9-B66A9407B066}" type="datetimeFigureOut">
              <a:rPr lang="en-IN" smtClean="0"/>
              <a:t>29-03-2026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4C510BE-3686-4FB5-8756-C2E1B5F29303}"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512616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02B14-1781-DAD9-5E70-FB1953BD3D1C}"/>
            </a:ext>
          </a:extLst>
        </p:cNvPr>
        <p:cNvGrpSpPr/>
        <p:nvPr/>
      </p:nvGrpSpPr>
      <p:grpSpPr>
        <a:xfrm>
          <a:off x="0" y="0"/>
          <a:ext cx="0" cy="0"/>
          <a:chOff x="0" y="0"/>
          <a:chExt cx="0" cy="0"/>
        </a:xfrm>
      </p:grpSpPr>
      <p:pic>
        <p:nvPicPr>
          <p:cNvPr id="2" name="Picture 4">
            <a:extLst>
              <a:ext uri="{FF2B5EF4-FFF2-40B4-BE49-F238E27FC236}">
                <a16:creationId xmlns:a16="http://schemas.microsoft.com/office/drawing/2014/main" id="{5C1F2C79-5AD3-F79A-E1F5-35F1098B2B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65"/>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6522999F-FC45-AF42-2421-F83D17272BE1}"/>
              </a:ext>
            </a:extLst>
          </p:cNvPr>
          <p:cNvSpPr txBox="1">
            <a:spLocks/>
          </p:cNvSpPr>
          <p:nvPr/>
        </p:nvSpPr>
        <p:spPr>
          <a:xfrm>
            <a:off x="2009365" y="65534"/>
            <a:ext cx="7780426" cy="7973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IN" sz="4000" b="1">
              <a:solidFill>
                <a:srgbClr val="002060"/>
              </a:solidFill>
            </a:endParaRPr>
          </a:p>
        </p:txBody>
      </p:sp>
      <p:sp>
        <p:nvSpPr>
          <p:cNvPr id="5" name="Subtitle 2">
            <a:extLst>
              <a:ext uri="{FF2B5EF4-FFF2-40B4-BE49-F238E27FC236}">
                <a16:creationId xmlns:a16="http://schemas.microsoft.com/office/drawing/2014/main" id="{7538C07F-B339-2009-A9FA-0F7B4CAA0A16}"/>
              </a:ext>
            </a:extLst>
          </p:cNvPr>
          <p:cNvSpPr txBox="1">
            <a:spLocks/>
          </p:cNvSpPr>
          <p:nvPr/>
        </p:nvSpPr>
        <p:spPr>
          <a:xfrm>
            <a:off x="7401145" y="3016994"/>
            <a:ext cx="4641374" cy="1655762"/>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000" b="1"/>
              <a:t>Presented by </a:t>
            </a:r>
            <a:endParaRPr lang="en-IN" sz="2000" b="1">
              <a:ea typeface="Calibri"/>
              <a:cs typeface="Calibri"/>
            </a:endParaRPr>
          </a:p>
          <a:p>
            <a:r>
              <a:rPr lang="en-IN" sz="2000"/>
              <a:t>Mr Devansh Tripathi </a:t>
            </a:r>
            <a:endParaRPr lang="en-IN" sz="2000">
              <a:ea typeface="Calibri"/>
              <a:cs typeface="Calibri"/>
            </a:endParaRPr>
          </a:p>
          <a:p>
            <a:pPr marL="0" indent="0">
              <a:buNone/>
            </a:pPr>
            <a:r>
              <a:rPr lang="en-IN" sz="2000"/>
              <a:t>    BCA(CTIS) Sem 4th</a:t>
            </a:r>
            <a:endParaRPr lang="en-IN" sz="2000">
              <a:ea typeface="Calibri"/>
              <a:cs typeface="Calibri"/>
            </a:endParaRPr>
          </a:p>
          <a:p>
            <a:r>
              <a:rPr lang="en-IN" sz="2000"/>
              <a:t>Mr Soumaye Barnwal</a:t>
            </a:r>
            <a:endParaRPr lang="en-IN" sz="2000">
              <a:ea typeface="Calibri"/>
              <a:cs typeface="Calibri"/>
            </a:endParaRPr>
          </a:p>
          <a:p>
            <a:pPr marL="0" indent="0">
              <a:buNone/>
            </a:pPr>
            <a:r>
              <a:rPr lang="en-IN" sz="2000"/>
              <a:t>    BCA(CTIS) Sem 4th</a:t>
            </a:r>
            <a:endParaRPr lang="en-IN" sz="2000">
              <a:ea typeface="Calibri"/>
              <a:cs typeface="Calibri"/>
            </a:endParaRPr>
          </a:p>
          <a:p>
            <a:pPr marL="0" indent="0">
              <a:buNone/>
            </a:pPr>
            <a:endParaRPr lang="en-IN" sz="2400"/>
          </a:p>
          <a:p>
            <a:pPr marL="0" indent="0">
              <a:buNone/>
            </a:pPr>
            <a:endParaRPr lang="en-IN" sz="2400" b="1"/>
          </a:p>
        </p:txBody>
      </p:sp>
      <p:sp>
        <p:nvSpPr>
          <p:cNvPr id="6" name="TextBox 5">
            <a:extLst>
              <a:ext uri="{FF2B5EF4-FFF2-40B4-BE49-F238E27FC236}">
                <a16:creationId xmlns:a16="http://schemas.microsoft.com/office/drawing/2014/main" id="{0E2199D0-8F87-E34B-18D1-8F9C062A86E2}"/>
              </a:ext>
            </a:extLst>
          </p:cNvPr>
          <p:cNvSpPr txBox="1"/>
          <p:nvPr/>
        </p:nvSpPr>
        <p:spPr>
          <a:xfrm>
            <a:off x="8182165" y="1156443"/>
            <a:ext cx="2996654" cy="461665"/>
          </a:xfrm>
          <a:prstGeom prst="rect">
            <a:avLst/>
          </a:prstGeom>
          <a:noFill/>
        </p:spPr>
        <p:txBody>
          <a:bodyPr wrap="none" rtlCol="0">
            <a:spAutoFit/>
          </a:bodyPr>
          <a:lstStyle/>
          <a:p>
            <a:r>
              <a:rPr lang="en-IN" sz="2400"/>
              <a:t>Project Based Leaning </a:t>
            </a:r>
          </a:p>
        </p:txBody>
      </p:sp>
      <p:sp>
        <p:nvSpPr>
          <p:cNvPr id="7" name="TextBox 6">
            <a:extLst>
              <a:ext uri="{FF2B5EF4-FFF2-40B4-BE49-F238E27FC236}">
                <a16:creationId xmlns:a16="http://schemas.microsoft.com/office/drawing/2014/main" id="{EBF27132-8C9A-18F9-A9EC-AD276F2107FD}"/>
              </a:ext>
            </a:extLst>
          </p:cNvPr>
          <p:cNvSpPr txBox="1"/>
          <p:nvPr/>
        </p:nvSpPr>
        <p:spPr>
          <a:xfrm>
            <a:off x="7127522" y="1885039"/>
            <a:ext cx="266420" cy="523220"/>
          </a:xfrm>
          <a:prstGeom prst="rect">
            <a:avLst/>
          </a:prstGeom>
          <a:noFill/>
        </p:spPr>
        <p:txBody>
          <a:bodyPr wrap="none" rtlCol="0">
            <a:spAutoFit/>
          </a:bodyPr>
          <a:lstStyle/>
          <a:p>
            <a:r>
              <a:rPr lang="en-IN" sz="2800" b="1"/>
              <a:t> </a:t>
            </a:r>
          </a:p>
        </p:txBody>
      </p:sp>
      <p:sp>
        <p:nvSpPr>
          <p:cNvPr id="10" name="TextBox 9">
            <a:extLst>
              <a:ext uri="{FF2B5EF4-FFF2-40B4-BE49-F238E27FC236}">
                <a16:creationId xmlns:a16="http://schemas.microsoft.com/office/drawing/2014/main" id="{EBF27132-8C9A-18F9-A9EC-AD276F2107FD}"/>
              </a:ext>
            </a:extLst>
          </p:cNvPr>
          <p:cNvSpPr txBox="1"/>
          <p:nvPr/>
        </p:nvSpPr>
        <p:spPr>
          <a:xfrm>
            <a:off x="6944858" y="2535708"/>
            <a:ext cx="5247142" cy="584775"/>
          </a:xfrm>
          <a:prstGeom prst="rect">
            <a:avLst/>
          </a:prstGeom>
          <a:noFill/>
        </p:spPr>
        <p:txBody>
          <a:bodyPr wrap="none" rtlCol="0">
            <a:spAutoFit/>
          </a:bodyPr>
          <a:lstStyle/>
          <a:p>
            <a:r>
              <a:rPr lang="en-IN" sz="3200" b="1"/>
              <a:t>Enterprise Resource Planning</a:t>
            </a:r>
          </a:p>
        </p:txBody>
      </p:sp>
      <p:sp>
        <p:nvSpPr>
          <p:cNvPr id="13" name="Subtitle 2">
            <a:extLst>
              <a:ext uri="{FF2B5EF4-FFF2-40B4-BE49-F238E27FC236}">
                <a16:creationId xmlns:a16="http://schemas.microsoft.com/office/drawing/2014/main" id="{7538C07F-B339-2009-A9FA-0F7B4CAA0A16}"/>
              </a:ext>
            </a:extLst>
          </p:cNvPr>
          <p:cNvSpPr txBox="1">
            <a:spLocks/>
          </p:cNvSpPr>
          <p:nvPr/>
        </p:nvSpPr>
        <p:spPr>
          <a:xfrm>
            <a:off x="7582429" y="5202238"/>
            <a:ext cx="3925210" cy="165576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400" b="1"/>
              <a:t>Guided By</a:t>
            </a:r>
          </a:p>
          <a:p>
            <a:r>
              <a:rPr lang="en-IN" sz="2400"/>
              <a:t>Prof Vaibhav Lall</a:t>
            </a:r>
            <a:endParaRPr lang="en-IN" sz="2400">
              <a:ea typeface="Calibri"/>
              <a:cs typeface="Calibri"/>
            </a:endParaRPr>
          </a:p>
          <a:p>
            <a:pPr marL="0" indent="0">
              <a:buNone/>
            </a:pPr>
            <a:r>
              <a:rPr lang="en-IN" sz="2400" b="1"/>
              <a:t> </a:t>
            </a:r>
          </a:p>
        </p:txBody>
      </p:sp>
      <p:sp>
        <p:nvSpPr>
          <p:cNvPr id="14" name="TextBox 13">
            <a:extLst>
              <a:ext uri="{FF2B5EF4-FFF2-40B4-BE49-F238E27FC236}">
                <a16:creationId xmlns:a16="http://schemas.microsoft.com/office/drawing/2014/main" id="{0E2199D0-8F87-E34B-18D1-8F9C062A86E2}"/>
              </a:ext>
            </a:extLst>
          </p:cNvPr>
          <p:cNvSpPr txBox="1"/>
          <p:nvPr/>
        </p:nvSpPr>
        <p:spPr>
          <a:xfrm>
            <a:off x="7134897" y="391670"/>
            <a:ext cx="5309787" cy="461665"/>
          </a:xfrm>
          <a:prstGeom prst="rect">
            <a:avLst/>
          </a:prstGeom>
          <a:noFill/>
        </p:spPr>
        <p:txBody>
          <a:bodyPr wrap="none" rtlCol="0">
            <a:spAutoFit/>
          </a:bodyPr>
          <a:lstStyle/>
          <a:p>
            <a:r>
              <a:rPr lang="en-IN" sz="2400" b="1"/>
              <a:t>School of Engineering and Research</a:t>
            </a:r>
          </a:p>
        </p:txBody>
      </p:sp>
    </p:spTree>
    <p:extLst>
      <p:ext uri="{BB962C8B-B14F-4D97-AF65-F5344CB8AC3E}">
        <p14:creationId xmlns:p14="http://schemas.microsoft.com/office/powerpoint/2010/main" val="2469432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61258-B66D-7EE4-EBED-F9AA00A22782}"/>
              </a:ext>
            </a:extLst>
          </p:cNvPr>
          <p:cNvSpPr>
            <a:spLocks noGrp="1"/>
          </p:cNvSpPr>
          <p:nvPr>
            <p:ph type="title" idx="4294967295"/>
          </p:nvPr>
        </p:nvSpPr>
        <p:spPr>
          <a:xfrm>
            <a:off x="727496" y="277507"/>
            <a:ext cx="11500624" cy="716272"/>
          </a:xfrm>
        </p:spPr>
        <p:txBody>
          <a:bodyPr>
            <a:normAutofit/>
          </a:bodyPr>
          <a:lstStyle/>
          <a:p>
            <a:r>
              <a:rPr lang="en-IN" sz="4700"/>
              <a:t>Introduction </a:t>
            </a:r>
          </a:p>
        </p:txBody>
      </p:sp>
      <p:sp>
        <p:nvSpPr>
          <p:cNvPr id="7" name="TextBox 6">
            <a:extLst>
              <a:ext uri="{FF2B5EF4-FFF2-40B4-BE49-F238E27FC236}">
                <a16:creationId xmlns:a16="http://schemas.microsoft.com/office/drawing/2014/main" id="{0C33615D-EB85-94C6-83E7-22DA98A32C4C}"/>
              </a:ext>
            </a:extLst>
          </p:cNvPr>
          <p:cNvSpPr txBox="1"/>
          <p:nvPr/>
        </p:nvSpPr>
        <p:spPr>
          <a:xfrm>
            <a:off x="783372" y="1579900"/>
            <a:ext cx="9163515" cy="1754326"/>
          </a:xfrm>
          <a:prstGeom prst="rect">
            <a:avLst/>
          </a:prstGeom>
          <a:noFill/>
        </p:spPr>
        <p:txBody>
          <a:bodyPr wrap="square">
            <a:spAutoFit/>
          </a:bodyPr>
          <a:lstStyle/>
          <a:p>
            <a:r>
              <a:rPr lang="en-US"/>
              <a:t>The </a:t>
            </a:r>
            <a:r>
              <a:rPr lang="en-US" b="1"/>
              <a:t>Student Result Management System</a:t>
            </a:r>
            <a:r>
              <a:rPr lang="en-US"/>
              <a:t> is a web-based application designed to manage and display student academic records efficiently.</a:t>
            </a:r>
          </a:p>
          <a:p>
            <a:br>
              <a:rPr lang="en-US"/>
            </a:br>
            <a:r>
              <a:rPr lang="en-US"/>
              <a:t>It helps administrators store student details, subjects, and marks in a secure system.</a:t>
            </a:r>
            <a:br>
              <a:rPr lang="en-US"/>
            </a:br>
            <a:r>
              <a:rPr lang="en-US"/>
              <a:t>Students can easily check their results using their roll number and class without login.</a:t>
            </a:r>
            <a:br>
              <a:rPr lang="en-US"/>
            </a:br>
            <a:r>
              <a:rPr lang="en-US"/>
              <a:t>This system improves accuracy, saves time, and reduces manual work in educational institutions.</a:t>
            </a:r>
          </a:p>
        </p:txBody>
      </p:sp>
    </p:spTree>
    <p:extLst>
      <p:ext uri="{BB962C8B-B14F-4D97-AF65-F5344CB8AC3E}">
        <p14:creationId xmlns:p14="http://schemas.microsoft.com/office/powerpoint/2010/main" val="31340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F1695-05DD-6A23-E358-120C9DFE598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F6DADA1-D4EF-E0C4-FD0E-D338A8D36CC1}"/>
              </a:ext>
            </a:extLst>
          </p:cNvPr>
          <p:cNvSpPr txBox="1">
            <a:spLocks/>
          </p:cNvSpPr>
          <p:nvPr/>
        </p:nvSpPr>
        <p:spPr>
          <a:xfrm>
            <a:off x="691376" y="287339"/>
            <a:ext cx="11500624" cy="716272"/>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a:t>Background and Literature Survey  </a:t>
            </a:r>
          </a:p>
        </p:txBody>
      </p:sp>
      <p:sp>
        <p:nvSpPr>
          <p:cNvPr id="6" name="Rectangle 3">
            <a:extLst>
              <a:ext uri="{FF2B5EF4-FFF2-40B4-BE49-F238E27FC236}">
                <a16:creationId xmlns:a16="http://schemas.microsoft.com/office/drawing/2014/main" id="{4312516C-47BF-BB51-06E3-3F7F182E80B5}"/>
              </a:ext>
            </a:extLst>
          </p:cNvPr>
          <p:cNvSpPr>
            <a:spLocks noGrp="1" noChangeArrowheads="1"/>
          </p:cNvSpPr>
          <p:nvPr>
            <p:ph type="title"/>
          </p:nvPr>
        </p:nvSpPr>
        <p:spPr bwMode="auto">
          <a:xfrm>
            <a:off x="1318908" y="2275392"/>
            <a:ext cx="766639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a:lnSpc>
                <a:spcPct val="100000"/>
              </a:lnSpc>
              <a:spcAft>
                <a:spcPct val="0"/>
              </a:spcAft>
              <a:buFontTx/>
              <a:buChar char="•"/>
            </a:pPr>
            <a:r>
              <a:rPr lang="en-US" altLang="en-US" sz="1800">
                <a:solidFill>
                  <a:schemeClr val="tx1"/>
                </a:solidFill>
                <a:latin typeface="Arial" panose="020B0604020202020204" pitchFamily="34" charset="0"/>
                <a:cs typeface="Arial"/>
              </a:rPr>
              <a:t>Traditional result systems are manual, time-consuming.</a:t>
            </a:r>
            <a:br>
              <a:rPr lang="en-US" altLang="en-US" sz="1800">
                <a:latin typeface="Arial" panose="020B0604020202020204" pitchFamily="34" charset="0"/>
              </a:rPr>
            </a:br>
            <a:endParaRPr lang="en-US" altLang="en-US" sz="1800">
              <a:solidFill>
                <a:schemeClr val="tx1"/>
              </a:solidFill>
              <a:latin typeface="Arial" panose="020B0604020202020204" pitchFamily="34" charset="0"/>
              <a:cs typeface="Arial"/>
            </a:endParaRPr>
          </a:p>
          <a:p>
            <a:pPr>
              <a:lnSpc>
                <a:spcPct val="100000"/>
              </a:lnSpc>
              <a:spcAft>
                <a:spcPct val="0"/>
              </a:spcAft>
              <a:buFontTx/>
              <a:buChar char="•"/>
            </a:pPr>
            <a:r>
              <a:rPr lang="en-US" altLang="en-US" sz="1800">
                <a:solidFill>
                  <a:schemeClr val="tx1"/>
                </a:solidFill>
                <a:latin typeface="Arial" panose="020B0604020202020204" pitchFamily="34" charset="0"/>
                <a:cs typeface="Arial"/>
              </a:rPr>
              <a:t>Digital/web-based systems improve accuracy, speed, and data management.</a:t>
            </a:r>
            <a:br>
              <a:rPr lang="en-US" altLang="en-US" sz="1800">
                <a:latin typeface="Arial" panose="020B0604020202020204" pitchFamily="34" charset="0"/>
              </a:rPr>
            </a:br>
            <a:r>
              <a:rPr lang="en-US" altLang="en-US" sz="1800">
                <a:solidFill>
                  <a:schemeClr val="tx1"/>
                </a:solidFill>
                <a:latin typeface="Arial" panose="020B0604020202020204" pitchFamily="34" charset="0"/>
                <a:cs typeface="Arial"/>
              </a:rPr>
              <a:t> </a:t>
            </a:r>
            <a:endParaRPr lang="en-US"/>
          </a:p>
          <a:p>
            <a:pPr>
              <a:lnSpc>
                <a:spcPct val="100000"/>
              </a:lnSpc>
              <a:spcAft>
                <a:spcPct val="0"/>
              </a:spcAft>
              <a:buFontTx/>
              <a:buChar char="•"/>
            </a:pPr>
            <a:r>
              <a:rPr lang="en-US" altLang="en-US" sz="1800">
                <a:solidFill>
                  <a:schemeClr val="tx1"/>
                </a:solidFill>
                <a:latin typeface="Arial" panose="020B0604020202020204" pitchFamily="34" charset="0"/>
                <a:cs typeface="Arial"/>
              </a:rPr>
              <a:t>Technologies like Django help in secure and efficient development. </a:t>
            </a:r>
            <a:br>
              <a:rPr lang="en-US" altLang="en-US" sz="1800">
                <a:latin typeface="Arial" panose="020B0604020202020204" pitchFamily="34" charset="0"/>
              </a:rPr>
            </a:br>
            <a:endParaRPr lang="en-US" altLang="en-US" sz="1800">
              <a:solidFill>
                <a:schemeClr val="tx1"/>
              </a:solidFill>
              <a:latin typeface="Arial" panose="020B0604020202020204" pitchFamily="34" charset="0"/>
              <a:cs typeface="Arial"/>
            </a:endParaRPr>
          </a:p>
          <a:p>
            <a:pPr eaLnBrk="0" fontAlgn="base" hangingPunct="0">
              <a:lnSpc>
                <a:spcPct val="100000"/>
              </a:lnSpc>
              <a:spcAft>
                <a:spcPct val="0"/>
              </a:spcAft>
              <a:buFontTx/>
              <a:buChar char="•"/>
            </a:pPr>
            <a:r>
              <a:rPr lang="en-US" altLang="en-US" sz="1800">
                <a:solidFill>
                  <a:schemeClr val="tx1"/>
                </a:solidFill>
                <a:latin typeface="Arial" panose="020B0604020202020204" pitchFamily="34" charset="0"/>
                <a:cs typeface="Arial"/>
              </a:rPr>
              <a:t>This project focuses on a simple, user-friendly, and scalable solution. </a:t>
            </a:r>
            <a:endParaRPr lang="en-US" altLang="en-US" sz="1800" b="0" i="0" u="none" strike="noStrike" cap="none" normalizeH="0" baseline="0">
              <a:ln>
                <a:noFill/>
              </a:ln>
              <a:solidFill>
                <a:schemeClr val="tx1"/>
              </a:solidFill>
              <a:effectLst/>
              <a:latin typeface="Arial" panose="020B0604020202020204" pitchFamily="34" charset="0"/>
              <a:cs typeface="Arial"/>
            </a:endParaRPr>
          </a:p>
        </p:txBody>
      </p:sp>
    </p:spTree>
    <p:extLst>
      <p:ext uri="{BB962C8B-B14F-4D97-AF65-F5344CB8AC3E}">
        <p14:creationId xmlns:p14="http://schemas.microsoft.com/office/powerpoint/2010/main" val="24646431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AA0A5-16C1-A930-0A48-DB74B906FC8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21CB710-B6F2-C5D3-FD75-BC448B244D49}"/>
              </a:ext>
            </a:extLst>
          </p:cNvPr>
          <p:cNvSpPr txBox="1">
            <a:spLocks/>
          </p:cNvSpPr>
          <p:nvPr/>
        </p:nvSpPr>
        <p:spPr>
          <a:xfrm>
            <a:off x="691376" y="287339"/>
            <a:ext cx="11500624" cy="716272"/>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a:t>Software Project Overview</a:t>
            </a:r>
          </a:p>
        </p:txBody>
      </p:sp>
      <p:sp>
        <p:nvSpPr>
          <p:cNvPr id="10" name="TextBox 9">
            <a:extLst>
              <a:ext uri="{FF2B5EF4-FFF2-40B4-BE49-F238E27FC236}">
                <a16:creationId xmlns:a16="http://schemas.microsoft.com/office/drawing/2014/main" id="{866B01D2-7542-6D86-E453-DA1449B0E78E}"/>
              </a:ext>
            </a:extLst>
          </p:cNvPr>
          <p:cNvSpPr txBox="1"/>
          <p:nvPr/>
        </p:nvSpPr>
        <p:spPr>
          <a:xfrm>
            <a:off x="691376" y="1374742"/>
            <a:ext cx="8608741" cy="4524315"/>
          </a:xfrm>
          <a:prstGeom prst="rect">
            <a:avLst/>
          </a:prstGeom>
          <a:noFill/>
        </p:spPr>
        <p:txBody>
          <a:bodyPr wrap="square" lIns="91440" tIns="45720" rIns="91440" bIns="45720" anchor="t">
            <a:spAutoFit/>
          </a:bodyPr>
          <a:lstStyle/>
          <a:p>
            <a:r>
              <a:rPr lang="en-IN" b="1" u="sng"/>
              <a:t>Scope &amp; Features:</a:t>
            </a:r>
            <a:endParaRPr lang="en-IN" u="sng"/>
          </a:p>
          <a:p>
            <a:r>
              <a:rPr lang="en-IN"/>
              <a:t>Web Application </a:t>
            </a:r>
          </a:p>
          <a:p>
            <a:r>
              <a:rPr lang="en-IN"/>
              <a:t>Admin Dashboard (manage students, subjects, results) </a:t>
            </a:r>
          </a:p>
          <a:p>
            <a:r>
              <a:rPr lang="en-IN"/>
              <a:t>Student Result Search (no login) </a:t>
            </a:r>
          </a:p>
          <a:p>
            <a:r>
              <a:rPr lang="en-IN"/>
              <a:t>Responsive &amp; secure system </a:t>
            </a:r>
          </a:p>
          <a:p>
            <a:endParaRPr lang="en-IN"/>
          </a:p>
          <a:p>
            <a:r>
              <a:rPr lang="en-IN" b="1" u="sng"/>
              <a:t>Core Functionalities</a:t>
            </a:r>
            <a:r>
              <a:rPr lang="en-IN" b="1"/>
              <a:t>:</a:t>
            </a:r>
            <a:endParaRPr lang="en-IN"/>
          </a:p>
          <a:p>
            <a:r>
              <a:rPr lang="en-IN"/>
              <a:t>Add/Edit student &amp; subject data </a:t>
            </a:r>
          </a:p>
          <a:p>
            <a:r>
              <a:rPr lang="en-IN"/>
              <a:t>Enter and update marks </a:t>
            </a:r>
          </a:p>
          <a:p>
            <a:r>
              <a:rPr lang="en-IN"/>
              <a:t>Generate results with percentage </a:t>
            </a:r>
          </a:p>
          <a:p>
            <a:r>
              <a:rPr lang="en-IN"/>
              <a:t>Search by Roll No &amp; Class </a:t>
            </a:r>
          </a:p>
          <a:p>
            <a:endParaRPr lang="en-IN"/>
          </a:p>
          <a:p>
            <a:r>
              <a:rPr lang="en-IN" b="1" u="sng"/>
              <a:t>Technology Stack:</a:t>
            </a:r>
            <a:endParaRPr lang="en-IN" u="sng"/>
          </a:p>
          <a:p>
            <a:r>
              <a:rPr lang="en-IN"/>
              <a:t>Frontend: HTML, CSS, Bootstrap </a:t>
            </a:r>
          </a:p>
          <a:p>
            <a:r>
              <a:rPr lang="en-IN"/>
              <a:t>Backend: Python (Django) </a:t>
            </a:r>
          </a:p>
          <a:p>
            <a:r>
              <a:rPr lang="en-IN"/>
              <a:t>Database: SQLite </a:t>
            </a:r>
          </a:p>
        </p:txBody>
      </p:sp>
    </p:spTree>
    <p:extLst>
      <p:ext uri="{BB962C8B-B14F-4D97-AF65-F5344CB8AC3E}">
        <p14:creationId xmlns:p14="http://schemas.microsoft.com/office/powerpoint/2010/main" val="3600141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185AB-37C2-D4F0-578E-A954D9AD1E4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EF4748C-BE97-BC1D-FFF4-5C495963CF0B}"/>
              </a:ext>
            </a:extLst>
          </p:cNvPr>
          <p:cNvSpPr txBox="1">
            <a:spLocks/>
          </p:cNvSpPr>
          <p:nvPr/>
        </p:nvSpPr>
        <p:spPr>
          <a:xfrm>
            <a:off x="691376" y="287339"/>
            <a:ext cx="11500624" cy="716272"/>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a:t>Methodology and Implementation Plan</a:t>
            </a:r>
          </a:p>
        </p:txBody>
      </p:sp>
      <p:sp>
        <p:nvSpPr>
          <p:cNvPr id="10" name="TextBox 9">
            <a:extLst>
              <a:ext uri="{FF2B5EF4-FFF2-40B4-BE49-F238E27FC236}">
                <a16:creationId xmlns:a16="http://schemas.microsoft.com/office/drawing/2014/main" id="{DCED1218-E4EF-D672-0650-B38FE861C2F3}"/>
              </a:ext>
            </a:extLst>
          </p:cNvPr>
          <p:cNvSpPr txBox="1"/>
          <p:nvPr/>
        </p:nvSpPr>
        <p:spPr>
          <a:xfrm>
            <a:off x="843536" y="1681884"/>
            <a:ext cx="10114156" cy="3693319"/>
          </a:xfrm>
          <a:prstGeom prst="rect">
            <a:avLst/>
          </a:prstGeom>
          <a:noFill/>
        </p:spPr>
        <p:txBody>
          <a:bodyPr wrap="square" lIns="91440" tIns="45720" rIns="91440" bIns="45720" anchor="t">
            <a:spAutoFit/>
          </a:bodyPr>
          <a:lstStyle/>
          <a:p>
            <a:r>
              <a:rPr lang="en-IN" b="1" u="sng"/>
              <a:t>Methodology:</a:t>
            </a:r>
          </a:p>
          <a:p>
            <a:endParaRPr lang="en-IN" u="sng"/>
          </a:p>
          <a:p>
            <a:pPr marL="285750" indent="-285750">
              <a:buFont typeface="Arial" panose="020B0604020202020204" pitchFamily="34" charset="0"/>
              <a:buChar char="•"/>
            </a:pPr>
            <a:r>
              <a:rPr lang="en-IN"/>
              <a:t>Development in small phases </a:t>
            </a:r>
            <a:endParaRPr lang="en-IN">
              <a:ea typeface="Calibri"/>
              <a:cs typeface="Calibri"/>
            </a:endParaRPr>
          </a:p>
          <a:p>
            <a:pPr marL="285750" indent="-285750">
              <a:buFont typeface="Arial" panose="020B0604020202020204" pitchFamily="34" charset="0"/>
              <a:buChar char="•"/>
            </a:pPr>
            <a:r>
              <a:rPr lang="en-IN"/>
              <a:t>Continuous testing and improvement </a:t>
            </a:r>
          </a:p>
          <a:p>
            <a:pPr marL="285750" indent="-285750">
              <a:buFont typeface="Arial" panose="020B0604020202020204" pitchFamily="34" charset="0"/>
              <a:buChar char="•"/>
            </a:pPr>
            <a:r>
              <a:rPr lang="en-IN"/>
              <a:t>Regular feedback and code reviews </a:t>
            </a:r>
          </a:p>
          <a:p>
            <a:endParaRPr lang="en-IN"/>
          </a:p>
          <a:p>
            <a:r>
              <a:rPr lang="en-IN" b="1" u="sng"/>
              <a:t>Implementation Plan:</a:t>
            </a:r>
          </a:p>
          <a:p>
            <a:endParaRPr lang="en-IN" u="sng"/>
          </a:p>
          <a:p>
            <a:pPr marL="285750" indent="-285750">
              <a:buFont typeface="Arial" panose="020B0604020202020204" pitchFamily="34" charset="0"/>
              <a:buChar char="•"/>
            </a:pPr>
            <a:r>
              <a:rPr lang="en-IN" b="1"/>
              <a:t>Requirement Analysis:</a:t>
            </a:r>
            <a:r>
              <a:rPr lang="en-IN"/>
              <a:t> Identify system needs </a:t>
            </a:r>
          </a:p>
          <a:p>
            <a:pPr marL="285750" indent="-285750">
              <a:buFont typeface="Arial" panose="020B0604020202020204" pitchFamily="34" charset="0"/>
              <a:buChar char="•"/>
            </a:pPr>
            <a:r>
              <a:rPr lang="en-IN" b="1"/>
              <a:t>Design:</a:t>
            </a:r>
            <a:r>
              <a:rPr lang="en-IN"/>
              <a:t> UI layout &amp; database structure </a:t>
            </a:r>
          </a:p>
          <a:p>
            <a:pPr marL="285750" indent="-285750">
              <a:buFont typeface="Arial" panose="020B0604020202020204" pitchFamily="34" charset="0"/>
              <a:buChar char="•"/>
            </a:pPr>
            <a:r>
              <a:rPr lang="en-IN" b="1"/>
              <a:t>Development:</a:t>
            </a:r>
            <a:r>
              <a:rPr lang="en-IN"/>
              <a:t> Coding using Django </a:t>
            </a:r>
          </a:p>
          <a:p>
            <a:pPr marL="285750" indent="-285750">
              <a:buFont typeface="Arial" panose="020B0604020202020204" pitchFamily="34" charset="0"/>
              <a:buChar char="•"/>
            </a:pPr>
            <a:r>
              <a:rPr lang="en-IN" b="1"/>
              <a:t>Deployment:</a:t>
            </a:r>
            <a:r>
              <a:rPr lang="en-IN"/>
              <a:t> Run on server/local system </a:t>
            </a:r>
          </a:p>
          <a:p>
            <a:pPr marL="285750" indent="-285750">
              <a:buFont typeface="Arial" panose="020B0604020202020204" pitchFamily="34" charset="0"/>
              <a:buChar char="•"/>
            </a:pPr>
            <a:r>
              <a:rPr lang="en-IN" b="1"/>
              <a:t>Maintenance:</a:t>
            </a:r>
            <a:r>
              <a:rPr lang="en-IN"/>
              <a:t> Bug fixes &amp; updates </a:t>
            </a:r>
          </a:p>
        </p:txBody>
      </p:sp>
    </p:spTree>
    <p:extLst>
      <p:ext uri="{BB962C8B-B14F-4D97-AF65-F5344CB8AC3E}">
        <p14:creationId xmlns:p14="http://schemas.microsoft.com/office/powerpoint/2010/main" val="626409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021F6-F1C4-1864-C18C-1B95F6A02BB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67FDF9A-31C7-D0AA-37C8-3AEDB75363D6}"/>
              </a:ext>
            </a:extLst>
          </p:cNvPr>
          <p:cNvSpPr txBox="1">
            <a:spLocks/>
          </p:cNvSpPr>
          <p:nvPr/>
        </p:nvSpPr>
        <p:spPr>
          <a:xfrm>
            <a:off x="691376" y="287339"/>
            <a:ext cx="11500624" cy="716272"/>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a:t>Project Timeline</a:t>
            </a:r>
          </a:p>
        </p:txBody>
      </p:sp>
      <p:sp>
        <p:nvSpPr>
          <p:cNvPr id="10" name="TextBox 9">
            <a:extLst>
              <a:ext uri="{FF2B5EF4-FFF2-40B4-BE49-F238E27FC236}">
                <a16:creationId xmlns:a16="http://schemas.microsoft.com/office/drawing/2014/main" id="{356475FB-F1D9-7CA5-FB1D-EBB208175583}"/>
              </a:ext>
            </a:extLst>
          </p:cNvPr>
          <p:cNvSpPr txBox="1"/>
          <p:nvPr/>
        </p:nvSpPr>
        <p:spPr>
          <a:xfrm>
            <a:off x="903249" y="1739798"/>
            <a:ext cx="7716644" cy="3416320"/>
          </a:xfrm>
          <a:prstGeom prst="rect">
            <a:avLst/>
          </a:prstGeom>
          <a:noFill/>
        </p:spPr>
        <p:txBody>
          <a:bodyPr wrap="square" lIns="91440" tIns="45720" rIns="91440" bIns="45720" anchor="t">
            <a:spAutoFit/>
          </a:bodyPr>
          <a:lstStyle/>
          <a:p>
            <a:r>
              <a:rPr lang="en-US" b="1"/>
              <a:t>Week-by-week breakdown: (Jan 2026)</a:t>
            </a:r>
            <a:endParaRPr lang="en-US"/>
          </a:p>
          <a:p>
            <a:endParaRPr lang="en-US" b="1">
              <a:ea typeface="Calibri" panose="020F0502020204030204"/>
              <a:cs typeface="Calibri" panose="020F0502020204030204"/>
            </a:endParaRPr>
          </a:p>
          <a:p>
            <a:pPr marL="285750" indent="-285750">
              <a:buFont typeface="Arial,Sans-Serif"/>
              <a:buChar char="•"/>
            </a:pPr>
            <a:r>
              <a:rPr lang="en-US">
                <a:ea typeface="Calibri" panose="020F0502020204030204"/>
                <a:cs typeface="Calibri" panose="020F0502020204030204"/>
              </a:rPr>
              <a:t>Week 1: Requirement analysis &amp; design</a:t>
            </a:r>
          </a:p>
          <a:p>
            <a:r>
              <a:rPr lang="en-US">
                <a:ea typeface="Calibri" panose="020F0502020204030204"/>
                <a:cs typeface="Calibri" panose="020F0502020204030204"/>
              </a:rPr>
              <a:t>     (</a:t>
            </a:r>
            <a:r>
              <a:rPr lang="en-US">
                <a:ea typeface="+mn-lt"/>
                <a:cs typeface="+mn-lt"/>
              </a:rPr>
              <a:t>Collected requirements for managing student data such  as   personal  details, marks, and attendance.</a:t>
            </a:r>
            <a:r>
              <a:rPr lang="en-US">
                <a:ea typeface="Calibri" panose="020F0502020204030204"/>
                <a:cs typeface="Calibri" panose="020F0502020204030204"/>
              </a:rPr>
              <a:t>)</a:t>
            </a:r>
            <a:endParaRPr lang="en-US"/>
          </a:p>
          <a:p>
            <a:pPr marL="285750" indent="-285750">
              <a:buFont typeface="Arial,Sans-Serif"/>
              <a:buChar char="•"/>
            </a:pPr>
            <a:endParaRPr lang="en-US">
              <a:ea typeface="Calibri" panose="020F0502020204030204"/>
              <a:cs typeface="Calibri" panose="020F0502020204030204"/>
            </a:endParaRPr>
          </a:p>
          <a:p>
            <a:pPr marL="285750" indent="-285750">
              <a:buFont typeface="Arial,Sans-Serif"/>
              <a:buChar char="•"/>
            </a:pPr>
            <a:r>
              <a:rPr lang="en-US">
                <a:ea typeface="Calibri" panose="020F0502020204030204"/>
                <a:cs typeface="Calibri" panose="020F0502020204030204"/>
              </a:rPr>
              <a:t>week 2: Development (Created separate modules for user interface, backendlogic, and database management)</a:t>
            </a:r>
          </a:p>
          <a:p>
            <a:pPr marL="285750" indent="-285750">
              <a:buFont typeface="Arial,Sans-Serif"/>
              <a:buChar char="•"/>
            </a:pPr>
            <a:endParaRPr lang="en-US">
              <a:ea typeface="Calibri" panose="020F0502020204030204"/>
              <a:cs typeface="Calibri" panose="020F0502020204030204"/>
            </a:endParaRPr>
          </a:p>
          <a:p>
            <a:pPr marL="285750" indent="-285750">
              <a:buFont typeface="Arial,Sans-Serif"/>
              <a:buChar char="•"/>
            </a:pPr>
            <a:r>
              <a:rPr lang="en-US">
                <a:ea typeface="Calibri" panose="020F0502020204030204"/>
                <a:cs typeface="Calibri" panose="020F0502020204030204"/>
              </a:rPr>
              <a:t>Week 7: Testing and debugging</a:t>
            </a:r>
          </a:p>
          <a:p>
            <a:pPr marL="285750" indent="-285750">
              <a:buFont typeface="Arial,Sans-Serif"/>
              <a:buChar char="•"/>
            </a:pPr>
            <a:endParaRPr lang="en-US">
              <a:ea typeface="Calibri" panose="020F0502020204030204"/>
              <a:cs typeface="Calibri" panose="020F0502020204030204"/>
            </a:endParaRPr>
          </a:p>
          <a:p>
            <a:pPr marL="285750" indent="-285750">
              <a:buFont typeface="Arial,Sans-Serif"/>
              <a:buChar char="•"/>
            </a:pPr>
            <a:r>
              <a:rPr lang="en-US">
                <a:ea typeface="Calibri" panose="020F0502020204030204"/>
                <a:cs typeface="Calibri" panose="020F0502020204030204"/>
              </a:rPr>
              <a:t>Week 8: Deployment and presentation</a:t>
            </a:r>
            <a:endParaRPr lang="en-US"/>
          </a:p>
        </p:txBody>
      </p:sp>
    </p:spTree>
    <p:extLst>
      <p:ext uri="{BB962C8B-B14F-4D97-AF65-F5344CB8AC3E}">
        <p14:creationId xmlns:p14="http://schemas.microsoft.com/office/powerpoint/2010/main" val="1228147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EA38E-6B1C-BB4A-07F8-64E2FF6FC56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41BB9E8-1C30-F675-7D6E-85AF97364D86}"/>
              </a:ext>
            </a:extLst>
          </p:cNvPr>
          <p:cNvSpPr txBox="1">
            <a:spLocks/>
          </p:cNvSpPr>
          <p:nvPr/>
        </p:nvSpPr>
        <p:spPr>
          <a:xfrm>
            <a:off x="691376" y="287339"/>
            <a:ext cx="11500624" cy="716272"/>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a:t>Expected Impact and Future Scope</a:t>
            </a:r>
            <a:endParaRPr lang="en-IN"/>
          </a:p>
        </p:txBody>
      </p:sp>
      <p:sp>
        <p:nvSpPr>
          <p:cNvPr id="10" name="TextBox 9">
            <a:extLst>
              <a:ext uri="{FF2B5EF4-FFF2-40B4-BE49-F238E27FC236}">
                <a16:creationId xmlns:a16="http://schemas.microsoft.com/office/drawing/2014/main" id="{43A4B238-222D-D3DD-32B1-A413B34D08E4}"/>
              </a:ext>
            </a:extLst>
          </p:cNvPr>
          <p:cNvSpPr txBox="1"/>
          <p:nvPr/>
        </p:nvSpPr>
        <p:spPr>
          <a:xfrm>
            <a:off x="903249" y="1739798"/>
            <a:ext cx="7716644" cy="3416320"/>
          </a:xfrm>
          <a:prstGeom prst="rect">
            <a:avLst/>
          </a:prstGeom>
          <a:noFill/>
        </p:spPr>
        <p:txBody>
          <a:bodyPr wrap="square">
            <a:spAutoFit/>
          </a:bodyPr>
          <a:lstStyle/>
          <a:p>
            <a:r>
              <a:rPr lang="en-US" b="1" u="sng"/>
              <a:t>Expected Impact:</a:t>
            </a:r>
          </a:p>
          <a:p>
            <a:r>
              <a:rPr lang="en-US"/>
              <a:t>Improves accuracy in result calculation </a:t>
            </a:r>
          </a:p>
          <a:p>
            <a:r>
              <a:rPr lang="en-US"/>
              <a:t>Saves time and reduces manual work </a:t>
            </a:r>
          </a:p>
          <a:p>
            <a:r>
              <a:rPr lang="en-US"/>
              <a:t>Provides quick and easy access to results </a:t>
            </a:r>
          </a:p>
          <a:p>
            <a:r>
              <a:rPr lang="en-US"/>
              <a:t>Ensures transparency for students and institutions</a:t>
            </a:r>
          </a:p>
          <a:p>
            <a:r>
              <a:rPr lang="en-US"/>
              <a:t> </a:t>
            </a:r>
          </a:p>
          <a:p>
            <a:r>
              <a:rPr lang="en-US" b="1" u="sng"/>
              <a:t>Future Scope:</a:t>
            </a:r>
            <a:endParaRPr lang="en-US" u="sng"/>
          </a:p>
          <a:p>
            <a:r>
              <a:rPr lang="en-US"/>
              <a:t>Email/SMS result notifications </a:t>
            </a:r>
          </a:p>
          <a:p>
            <a:r>
              <a:rPr lang="en-US"/>
              <a:t>Graphical analytics (charts &amp; reports) </a:t>
            </a:r>
          </a:p>
          <a:p>
            <a:r>
              <a:rPr lang="en-US"/>
              <a:t>Teacher login module </a:t>
            </a:r>
          </a:p>
          <a:p>
            <a:r>
              <a:rPr lang="en-US"/>
              <a:t>Export data to Excel/PDF </a:t>
            </a:r>
          </a:p>
          <a:p>
            <a:r>
              <a:rPr lang="en-US"/>
              <a:t>Mobile app version</a:t>
            </a:r>
          </a:p>
        </p:txBody>
      </p:sp>
    </p:spTree>
    <p:extLst>
      <p:ext uri="{BB962C8B-B14F-4D97-AF65-F5344CB8AC3E}">
        <p14:creationId xmlns:p14="http://schemas.microsoft.com/office/powerpoint/2010/main" val="3493453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129FC-ECEC-9E5A-5617-D67B0035238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E3B0188-9C95-F55F-12C8-CE209D5A61EB}"/>
              </a:ext>
            </a:extLst>
          </p:cNvPr>
          <p:cNvSpPr txBox="1">
            <a:spLocks/>
          </p:cNvSpPr>
          <p:nvPr/>
        </p:nvSpPr>
        <p:spPr>
          <a:xfrm>
            <a:off x="1066800" y="356164"/>
            <a:ext cx="11500624" cy="716272"/>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a:t>Conclusion</a:t>
            </a:r>
            <a:endParaRPr lang="en-IN"/>
          </a:p>
        </p:txBody>
      </p:sp>
      <p:sp>
        <p:nvSpPr>
          <p:cNvPr id="2" name="Title 1">
            <a:extLst>
              <a:ext uri="{FF2B5EF4-FFF2-40B4-BE49-F238E27FC236}">
                <a16:creationId xmlns:a16="http://schemas.microsoft.com/office/drawing/2014/main" id="{CCCBA9F1-8609-773B-D45A-B79C55EB032C}"/>
              </a:ext>
            </a:extLst>
          </p:cNvPr>
          <p:cNvSpPr>
            <a:spLocks noGrp="1"/>
          </p:cNvSpPr>
          <p:nvPr>
            <p:ph type="title"/>
          </p:nvPr>
        </p:nvSpPr>
        <p:spPr>
          <a:xfrm>
            <a:off x="1066800" y="3175570"/>
            <a:ext cx="10058400" cy="1450757"/>
          </a:xfrm>
        </p:spPr>
        <p:txBody>
          <a:bodyPr>
            <a:normAutofit fontScale="90000"/>
          </a:bodyPr>
          <a:lstStyle/>
          <a:p>
            <a:r>
              <a:rPr lang="en-US" sz="2200">
                <a:latin typeface="+mn-lt"/>
              </a:rPr>
              <a:t>Conclusion</a:t>
            </a:r>
            <a:br>
              <a:rPr lang="en-US" sz="2200">
                <a:latin typeface="+mn-lt"/>
              </a:rPr>
            </a:br>
            <a:r>
              <a:rPr lang="en-US" sz="2200">
                <a:latin typeface="+mn-lt"/>
              </a:rPr>
              <a:t>The Student Result Management System provides an efficient and digital solution for managing academic records. </a:t>
            </a:r>
            <a:br>
              <a:rPr lang="en-US" sz="2200">
                <a:latin typeface="+mn-lt"/>
              </a:rPr>
            </a:br>
            <a:r>
              <a:rPr lang="en-US" sz="2200">
                <a:latin typeface="+mn-lt"/>
              </a:rPr>
              <a:t>It reduces manual work, improves accuracy, and saves time for institutions. </a:t>
            </a:r>
            <a:br>
              <a:rPr lang="en-US" sz="2200">
                <a:latin typeface="+mn-lt"/>
              </a:rPr>
            </a:br>
            <a:r>
              <a:rPr lang="en-US" sz="2200">
                <a:latin typeface="+mn-lt"/>
              </a:rPr>
              <a:t>The system ensures easy and transparent access to results for students. </a:t>
            </a:r>
            <a:br>
              <a:rPr lang="en-US" sz="2200">
                <a:latin typeface="+mn-lt"/>
              </a:rPr>
            </a:br>
            <a:r>
              <a:rPr lang="en-US" sz="2200">
                <a:latin typeface="+mn-lt"/>
              </a:rPr>
              <a:t>Overall, it is a reliable and scalable application for modern education systems.</a:t>
            </a:r>
            <a:br>
              <a:rPr lang="en-US"/>
            </a:br>
            <a:endParaRPr lang="en-IN"/>
          </a:p>
        </p:txBody>
      </p:sp>
    </p:spTree>
    <p:extLst>
      <p:ext uri="{BB962C8B-B14F-4D97-AF65-F5344CB8AC3E}">
        <p14:creationId xmlns:p14="http://schemas.microsoft.com/office/powerpoint/2010/main" val="496422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A146D-2082-377D-AB80-936FBB124B3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98374C1-1F70-B81B-5360-6EB86CC5FC63}"/>
              </a:ext>
            </a:extLst>
          </p:cNvPr>
          <p:cNvSpPr txBox="1"/>
          <p:nvPr/>
        </p:nvSpPr>
        <p:spPr>
          <a:xfrm>
            <a:off x="3468030" y="2635921"/>
            <a:ext cx="6779941" cy="1015663"/>
          </a:xfrm>
          <a:prstGeom prst="rect">
            <a:avLst/>
          </a:prstGeom>
          <a:noFill/>
        </p:spPr>
        <p:txBody>
          <a:bodyPr wrap="square" rtlCol="0">
            <a:spAutoFit/>
          </a:bodyPr>
          <a:lstStyle/>
          <a:p>
            <a:r>
              <a:rPr lang="en-IN" sz="6000"/>
              <a:t>Thanking You </a:t>
            </a:r>
          </a:p>
        </p:txBody>
      </p:sp>
    </p:spTree>
    <p:extLst>
      <p:ext uri="{BB962C8B-B14F-4D97-AF65-F5344CB8AC3E}">
        <p14:creationId xmlns:p14="http://schemas.microsoft.com/office/powerpoint/2010/main" val="3700201574"/>
      </p:ext>
    </p:extLst>
  </p:cSld>
  <p:clrMapOvr>
    <a:masterClrMapping/>
  </p:clrMapOvr>
</p:sld>
</file>

<file path=ppt/theme/theme1.xml><?xml version="1.0" encoding="utf-8"?>
<a:theme xmlns:a="http://schemas.openxmlformats.org/drawingml/2006/main" name="Retrospect">
  <a:themeElements>
    <a:clrScheme name="Custom 5">
      <a:dk1>
        <a:sysClr val="windowText" lastClr="000000"/>
      </a:dk1>
      <a:lt1>
        <a:sysClr val="window" lastClr="FFFFFF"/>
      </a:lt1>
      <a:dk2>
        <a:srgbClr val="696464"/>
      </a:dk2>
      <a:lt2>
        <a:srgbClr val="E9E5DC"/>
      </a:lt2>
      <a:accent1>
        <a:srgbClr val="D34817"/>
      </a:accent1>
      <a:accent2>
        <a:srgbClr val="AF1158"/>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Application>Microsoft Office PowerPoint</Application>
  <PresentationFormat>Widescreen</PresentationFormat>
  <Slides>9</Slides>
  <Notes>0</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Retrospect</vt:lpstr>
      <vt:lpstr>PowerPoint Presentation</vt:lpstr>
      <vt:lpstr>Introduction </vt:lpstr>
      <vt:lpstr> Traditional result systems are manual, time-consuming.  Digital/web-based systems improve accuracy, speed, and data management.   Technologies like Django help in secure and efficient development.   This project focuses on a simple, user-friendly, and scalable solution. </vt:lpstr>
      <vt:lpstr>PowerPoint Presentation</vt:lpstr>
      <vt:lpstr>PowerPoint Presentation</vt:lpstr>
      <vt:lpstr>PowerPoint Presentation</vt:lpstr>
      <vt:lpstr>PowerPoint Presentation</vt:lpstr>
      <vt:lpstr>Conclusion The Student Result Management System provides an efficient and digital solution for managing academic records.  It reduces manual work, improves accuracy, and saves time for institutions.  The system ensures easy and transparent access to results for students.  Overall, it is a reliable and scalable application for modern education systems.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Vikas Dilliwar</dc:creator>
  <cp:revision>1</cp:revision>
  <dcterms:created xsi:type="dcterms:W3CDTF">2025-02-25T07:56:06Z</dcterms:created>
  <dcterms:modified xsi:type="dcterms:W3CDTF">2026-03-30T05:13:43Z</dcterms:modified>
</cp:coreProperties>
</file>